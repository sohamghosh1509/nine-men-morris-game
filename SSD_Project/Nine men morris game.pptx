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9" r:id="rId3"/>
    <p:sldId id="258" r:id="rId4"/>
    <p:sldId id="257" r:id="rId5"/>
    <p:sldId id="262" r:id="rId6"/>
    <p:sldId id="263" r:id="rId7"/>
    <p:sldId id="261"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28403" y="945913"/>
            <a:ext cx="8637073" cy="2618554"/>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1128404" y="3564467"/>
            <a:ext cx="8637072" cy="1071095"/>
          </a:xfrm>
        </p:spPr>
        <p:txBody>
          <a:bodyPr tIns="91440" bIns="91440">
            <a:normAutofit/>
          </a:bodyPr>
          <a:lstStyle>
            <a:lvl1pPr marL="0" indent="0" algn="l">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10/29/2023</a:t>
            </a:fld>
            <a:endParaRPr lang="en-US" dirty="0"/>
          </a:p>
        </p:txBody>
      </p:sp>
      <p:sp>
        <p:nvSpPr>
          <p:cNvPr id="5" name="Footer Placeholder 4"/>
          <p:cNvSpPr>
            <a:spLocks noGrp="1"/>
          </p:cNvSpPr>
          <p:nvPr>
            <p:ph type="ftr" sz="quarter" idx="11"/>
          </p:nvPr>
        </p:nvSpPr>
        <p:spPr>
          <a:xfrm>
            <a:off x="1127124" y="329307"/>
            <a:ext cx="5943668" cy="309201"/>
          </a:xfrm>
        </p:spPr>
        <p:txBody>
          <a:bodyPr/>
          <a:lstStyle/>
          <a:p>
            <a:endParaRPr lang="en-US" dirty="0"/>
          </a:p>
        </p:txBody>
      </p:sp>
      <p:sp>
        <p:nvSpPr>
          <p:cNvPr id="6" name="Slide Number Placeholder 5"/>
          <p:cNvSpPr>
            <a:spLocks noGrp="1"/>
          </p:cNvSpPr>
          <p:nvPr>
            <p:ph type="sldNum" sz="quarter" idx="12"/>
          </p:nvPr>
        </p:nvSpPr>
        <p:spPr>
          <a:xfrm>
            <a:off x="9924392" y="134930"/>
            <a:ext cx="811019" cy="503578"/>
          </a:xfrm>
        </p:spPr>
        <p:txBody>
          <a:bodyPr/>
          <a:lstStyle/>
          <a:p>
            <a:fld id="{6D22F896-40B5-4ADD-8801-0D06FADFA095}" type="slidenum">
              <a:rPr lang="en-US" dirty="0"/>
              <a:t>‹#›</a:t>
            </a:fld>
            <a:endParaRPr lang="en-US" dirty="0"/>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2000">
        <p14:reveal dir="r"/>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sz="1200"/>
            </a:lvl1pPr>
          </a:lstStyle>
          <a:p>
            <a:fld id="{48A87A34-81AB-432B-8DAE-1953F412C126}" type="datetimeFigureOut">
              <a:rPr lang="en-US" dirty="0"/>
              <a:pPr/>
              <a:t>10/29/2023</a:t>
            </a:fld>
            <a:endParaRPr lang="en-US" dirty="0"/>
          </a:p>
        </p:txBody>
      </p:sp>
      <p:sp>
        <p:nvSpPr>
          <p:cNvPr id="5" name="Footer Placeholder 4"/>
          <p:cNvSpPr>
            <a:spLocks noGrp="1"/>
          </p:cNvSpPr>
          <p:nvPr>
            <p:ph type="ftr" sz="quarter" idx="11"/>
          </p:nvPr>
        </p:nvSpPr>
        <p:spPr/>
        <p:txBody>
          <a:bodyPr/>
          <a:lstStyle>
            <a:lvl1pPr>
              <a:defRPr sz="1200"/>
            </a:lvl1p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pic>
        <p:nvPicPr>
          <p:cNvPr id="24" name="Picture 23"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2000">
        <p14:reveal dir="r"/>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29167" y="1756129"/>
            <a:ext cx="8619060" cy="2050065"/>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129166" y="3806195"/>
            <a:ext cx="8619060"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10/29/2023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2000">
        <p14:reveal dir="r"/>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131052" y="958037"/>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129166" y="2165621"/>
            <a:ext cx="4645152" cy="32938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095606" y="2171769"/>
            <a:ext cx="4645152" cy="32870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10/29/2023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2000">
        <p14:reveal dir="r"/>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29166" y="953336"/>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29166" y="2169727"/>
            <a:ext cx="4645152" cy="801943"/>
          </a:xfrm>
        </p:spPr>
        <p:txBody>
          <a:bodyPr anchor="b">
            <a:normAutofit/>
          </a:bodyPr>
          <a:lstStyle>
            <a:lvl1pPr marL="0" indent="0">
              <a:lnSpc>
                <a:spcPct val="100000"/>
              </a:lnSpc>
              <a:buNone/>
              <a:defRPr sz="2800" b="0" cap="none"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29166" y="2974448"/>
            <a:ext cx="4645152" cy="24938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4337" y="2173181"/>
            <a:ext cx="4645152" cy="802237"/>
          </a:xfrm>
        </p:spPr>
        <p:txBody>
          <a:bodyPr anchor="b">
            <a:normAutofit/>
          </a:bodyPr>
          <a:lstStyle>
            <a:lvl1pPr marL="0" indent="0">
              <a:lnSpc>
                <a:spcPct val="100000"/>
              </a:lnSpc>
              <a:buNone/>
              <a:defRPr sz="2800" b="0" cap="none"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094337" y="2971669"/>
            <a:ext cx="4645152" cy="2487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10/29/2023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pic>
        <p:nvPicPr>
          <p:cNvPr id="18" name="Picture 17"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2000">
        <p14:reveal dir="r"/>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10/29/2023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pic>
        <p:nvPicPr>
          <p:cNvPr id="14" name="Picture 13"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2000">
        <p14:reveal dir="r"/>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10/29/2023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p14:reveal dir="r"/>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24291" y="952578"/>
            <a:ext cx="3275013" cy="2322176"/>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4723334" y="952578"/>
            <a:ext cx="6012470" cy="4505221"/>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24291" y="3274754"/>
            <a:ext cx="3275013" cy="2178918"/>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10/29/2023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2000">
        <p14:reveal dir="r"/>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a:xfrm>
              <a:off x="7477387" y="482170"/>
              <a:ext cx="4074533" cy="5149101"/>
            </a:xfrm>
            <a:prstGeom prst="rect">
              <a:avLst/>
            </a:prstGeom>
            <a:gradFill>
              <a:gsLst>
                <a:gs pos="0">
                  <a:schemeClr val="tx1">
                    <a:lumMod val="85000"/>
                    <a:lumOff val="15000"/>
                  </a:schemeClr>
                </a:gs>
                <a:gs pos="100000">
                  <a:schemeClr val="tx1">
                    <a:lumMod val="95000"/>
                    <a:lumOff val="5000"/>
                  </a:schemeClr>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14300" prst="artDeco"/>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129124" y="1129513"/>
            <a:ext cx="5854872" cy="1924208"/>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28247" y="3053721"/>
            <a:ext cx="5846486" cy="2096013"/>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125300" y="5469856"/>
            <a:ext cx="5849605" cy="320123"/>
          </a:xfrm>
        </p:spPr>
        <p:txBody>
          <a:bodyPr/>
          <a:lstStyle>
            <a:lvl1pPr algn="l">
              <a:defRPr/>
            </a:lvl1pPr>
          </a:lstStyle>
          <a:p>
            <a:fld id="{48A87A34-81AB-432B-8DAE-1953F412C126}" type="datetimeFigureOut">
              <a:rPr lang="en-US" dirty="0"/>
              <a:pPr/>
              <a:t>10/29/2023</a:t>
            </a:fld>
            <a:endParaRPr lang="en-US" dirty="0"/>
          </a:p>
        </p:txBody>
      </p:sp>
      <p:sp>
        <p:nvSpPr>
          <p:cNvPr id="6" name="Footer Placeholder 5"/>
          <p:cNvSpPr>
            <a:spLocks noGrp="1"/>
          </p:cNvSpPr>
          <p:nvPr>
            <p:ph type="ftr" sz="quarter" idx="11"/>
          </p:nvPr>
        </p:nvSpPr>
        <p:spPr>
          <a:xfrm>
            <a:off x="1125300" y="318640"/>
            <a:ext cx="4877818" cy="320931"/>
          </a:xfrm>
        </p:spPr>
        <p:txBody>
          <a:bodyPr/>
          <a:lstStyle/>
          <a:p>
            <a:endParaRPr lang="en-US" dirty="0"/>
          </a:p>
        </p:txBody>
      </p:sp>
      <p:sp>
        <p:nvSpPr>
          <p:cNvPr id="7" name="Slide Number Placeholder 6"/>
          <p:cNvSpPr>
            <a:spLocks noGrp="1"/>
          </p:cNvSpPr>
          <p:nvPr>
            <p:ph type="sldNum" sz="quarter" idx="12"/>
          </p:nvPr>
        </p:nvSpPr>
        <p:spPr>
          <a:xfrm>
            <a:off x="6176794" y="137408"/>
            <a:ext cx="811019" cy="503578"/>
          </a:xfrm>
        </p:spPr>
        <p:txBody>
          <a:bodyPr/>
          <a:lstStyle/>
          <a:p>
            <a:fld id="{6D22F896-40B5-4ADD-8801-0D06FADFA095}" type="slidenum">
              <a:rPr lang="en-US" dirty="0"/>
              <a:t>‹#›</a:t>
            </a:fld>
            <a:endParaRPr lang="en-US" dirty="0"/>
          </a:p>
        </p:txBody>
      </p:sp>
      <p:pic>
        <p:nvPicPr>
          <p:cNvPr id="22" name="Picture 21"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6" t="474" r="48549" b="36564"/>
          <a:stretch/>
        </p:blipFill>
        <p:spPr>
          <a:xfrm>
            <a:off x="1125460" y="643464"/>
            <a:ext cx="5879592" cy="155448"/>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2000">
        <p14:reveal dir="r"/>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10/29/2023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pic>
        <p:nvPicPr>
          <p:cNvPr id="15" name="Picture 14"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2000">
        <p14:reveal dir="r"/>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4709"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130270"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10/29/2023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pic>
        <p:nvPicPr>
          <p:cNvPr id="17" name="Picture 16"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59215" b="36435"/>
          <a:stretch/>
        </p:blipFill>
        <p:spPr>
          <a:xfrm rot="5400000">
            <a:off x="8642279" y="3046916"/>
            <a:ext cx="4663440" cy="155448"/>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2000">
        <p14:reveal dir="r"/>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2" name="Picture 11"/>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a:xfrm>
            <a:off x="0" y="6119336"/>
            <a:ext cx="12192000" cy="742950"/>
          </a:xfrm>
          <a:prstGeom prst="rect">
            <a:avLst/>
          </a:prstGeom>
        </p:spPr>
      </p:pic>
      <p:sp>
        <p:nvSpPr>
          <p:cNvPr id="13" name="Rectangle 12"/>
          <p:cNvSpPr/>
          <p:nvPr/>
        </p:nvSpPr>
        <p:spPr>
          <a:xfrm>
            <a:off x="0" y="468769"/>
            <a:ext cx="12192000" cy="5647024"/>
          </a:xfrm>
          <a:prstGeom prst="rect">
            <a:avLst/>
          </a:prstGeom>
          <a:gradFill flip="none" rotWithShape="1">
            <a:gsLst>
              <a:gs pos="0">
                <a:schemeClr val="bg2">
                  <a:alpha val="0"/>
                  <a:lumMod val="100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4" name="Straight Connector 13"/>
          <p:cNvCxnSpPr/>
          <p:nvPr/>
        </p:nvCxnSpPr>
        <p:spPr>
          <a:xfrm>
            <a:off x="0" y="6121269"/>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1130270" y="953324"/>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130270" y="2171769"/>
            <a:ext cx="9603275" cy="329457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32830" y="330370"/>
            <a:ext cx="2515396"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10/29/2023</a:t>
            </a:fld>
            <a:endParaRPr lang="en-US" dirty="0"/>
          </a:p>
        </p:txBody>
      </p:sp>
      <p:sp>
        <p:nvSpPr>
          <p:cNvPr id="5" name="Footer Placeholder 4"/>
          <p:cNvSpPr>
            <a:spLocks noGrp="1"/>
          </p:cNvSpPr>
          <p:nvPr>
            <p:ph type="ftr" sz="quarter" idx="3"/>
          </p:nvPr>
        </p:nvSpPr>
        <p:spPr>
          <a:xfrm>
            <a:off x="1130270"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9918076" y="137408"/>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spd="slow" p14:dur="2000">
        <p14:reveal dir="r"/>
      </p:transition>
    </mc:Choice>
    <mc:Fallback>
      <p:transition spd="slow">
        <p:fade/>
      </p:transition>
    </mc:Fallback>
  </mc:AlternateContent>
  <p:txStyles>
    <p:titleStyle>
      <a:lvl1pPr algn="l" defTabSz="914400" rtl="0" eaLnBrk="1" latinLnBrk="0" hangingPunct="1">
        <a:lnSpc>
          <a:spcPct val="90000"/>
        </a:lnSpc>
        <a:spcBef>
          <a:spcPct val="0"/>
        </a:spcBef>
        <a:buNone/>
        <a:defRPr sz="3200" b="0" i="0" kern="1200" cap="none">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tmp"/><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36BB0-BE9F-0EDE-619A-F90CB0EE979E}"/>
              </a:ext>
            </a:extLst>
          </p:cNvPr>
          <p:cNvSpPr>
            <a:spLocks noGrp="1"/>
          </p:cNvSpPr>
          <p:nvPr>
            <p:ph type="ctrTitle"/>
          </p:nvPr>
        </p:nvSpPr>
        <p:spPr>
          <a:xfrm>
            <a:off x="1128403" y="945913"/>
            <a:ext cx="8659409" cy="1209458"/>
          </a:xfrm>
        </p:spPr>
        <p:txBody>
          <a:bodyPr>
            <a:normAutofit/>
          </a:bodyPr>
          <a:lstStyle/>
          <a:p>
            <a:r>
              <a:rPr lang="en-US" sz="4800" dirty="0"/>
              <a:t>Nine men morris game</a:t>
            </a:r>
            <a:endParaRPr lang="en-IN" sz="4800" dirty="0"/>
          </a:p>
        </p:txBody>
      </p:sp>
      <p:sp>
        <p:nvSpPr>
          <p:cNvPr id="3" name="Subtitle 2">
            <a:extLst>
              <a:ext uri="{FF2B5EF4-FFF2-40B4-BE49-F238E27FC236}">
                <a16:creationId xmlns:a16="http://schemas.microsoft.com/office/drawing/2014/main" id="{7E59F144-EAB2-0AB8-CBC2-FF4EC39B7820}"/>
              </a:ext>
            </a:extLst>
          </p:cNvPr>
          <p:cNvSpPr>
            <a:spLocks noGrp="1"/>
          </p:cNvSpPr>
          <p:nvPr>
            <p:ph type="subTitle" idx="1"/>
          </p:nvPr>
        </p:nvSpPr>
        <p:spPr>
          <a:xfrm>
            <a:off x="1063089" y="2528597"/>
            <a:ext cx="10105654" cy="3383490"/>
          </a:xfrm>
        </p:spPr>
        <p:txBody>
          <a:bodyPr>
            <a:normAutofit/>
          </a:bodyPr>
          <a:lstStyle/>
          <a:p>
            <a:r>
              <a:rPr lang="en-IN" b="1" dirty="0"/>
              <a:t>Group members</a:t>
            </a:r>
            <a:r>
              <a:rPr lang="en-IN" dirty="0"/>
              <a:t>:  Shubham Kathiriya (Roll no : 2023201050)</a:t>
            </a:r>
          </a:p>
          <a:p>
            <a:r>
              <a:rPr lang="en-IN" dirty="0"/>
              <a:t>                                Sneha Arora (Roll no: 2023201025)</a:t>
            </a:r>
          </a:p>
          <a:p>
            <a:r>
              <a:rPr lang="en-IN" dirty="0"/>
              <a:t>                                Soham Kale (Roll no: 2023202018)</a:t>
            </a:r>
          </a:p>
          <a:p>
            <a:r>
              <a:rPr lang="en-IN" dirty="0"/>
              <a:t>                                Soham Ghosh (Roll no: 2023202011)</a:t>
            </a:r>
          </a:p>
          <a:p>
            <a:r>
              <a:rPr lang="en-US" b="1" dirty="0"/>
              <a:t>Team name: Four Sure</a:t>
            </a:r>
          </a:p>
          <a:p>
            <a:r>
              <a:rPr lang="en-US" b="1" dirty="0"/>
              <a:t>Team number: 29</a:t>
            </a:r>
            <a:endParaRPr lang="en-IN" b="1" dirty="0"/>
          </a:p>
          <a:p>
            <a:r>
              <a:rPr lang="en-IN" b="1" dirty="0"/>
              <a:t>Instructor/Mentor</a:t>
            </a:r>
            <a:r>
              <a:rPr lang="en-IN" dirty="0"/>
              <a:t>: Soumitra Ghosh</a:t>
            </a:r>
          </a:p>
          <a:p>
            <a:endParaRPr lang="en-IN" dirty="0"/>
          </a:p>
        </p:txBody>
      </p:sp>
    </p:spTree>
    <p:extLst>
      <p:ext uri="{BB962C8B-B14F-4D97-AF65-F5344CB8AC3E}">
        <p14:creationId xmlns:p14="http://schemas.microsoft.com/office/powerpoint/2010/main" val="2746982604"/>
      </p:ext>
    </p:extLst>
  </p:cSld>
  <p:clrMapOvr>
    <a:masterClrMapping/>
  </p:clrMapOvr>
  <mc:AlternateContent xmlns:mc="http://schemas.openxmlformats.org/markup-compatibility/2006">
    <mc:Choice xmlns:p14="http://schemas.microsoft.com/office/powerpoint/2010/main" Requires="p14">
      <p:transition spd="med">
        <p14:reveal dir="r"/>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414FC-9E39-771D-EFBF-93F5F16FB21C}"/>
              </a:ext>
            </a:extLst>
          </p:cNvPr>
          <p:cNvSpPr>
            <a:spLocks noGrp="1"/>
          </p:cNvSpPr>
          <p:nvPr>
            <p:ph type="title"/>
          </p:nvPr>
        </p:nvSpPr>
        <p:spPr>
          <a:xfrm>
            <a:off x="985528" y="1270565"/>
            <a:ext cx="9603275" cy="1049235"/>
          </a:xfrm>
        </p:spPr>
        <p:txBody>
          <a:bodyPr>
            <a:normAutofit/>
          </a:bodyPr>
          <a:lstStyle/>
          <a:p>
            <a:r>
              <a:rPr lang="en-US" sz="4400" dirty="0"/>
              <a:t>Project workflow</a:t>
            </a:r>
            <a:endParaRPr lang="en-IN" sz="4400" dirty="0"/>
          </a:p>
        </p:txBody>
      </p:sp>
      <p:pic>
        <p:nvPicPr>
          <p:cNvPr id="13" name="Content Placeholder 12">
            <a:extLst>
              <a:ext uri="{FF2B5EF4-FFF2-40B4-BE49-F238E27FC236}">
                <a16:creationId xmlns:a16="http://schemas.microsoft.com/office/drawing/2014/main" id="{56438823-A621-6E58-C5F1-7F59F4B29983}"/>
              </a:ext>
            </a:extLst>
          </p:cNvPr>
          <p:cNvPicPr>
            <a:picLocks noGrp="1" noChangeAspect="1"/>
          </p:cNvPicPr>
          <p:nvPr>
            <p:ph idx="1"/>
          </p:nvPr>
        </p:nvPicPr>
        <p:blipFill>
          <a:blip r:embed="rId2"/>
          <a:stretch>
            <a:fillRect/>
          </a:stretch>
        </p:blipFill>
        <p:spPr>
          <a:xfrm>
            <a:off x="985528" y="2762728"/>
            <a:ext cx="9985222" cy="2387770"/>
          </a:xfrm>
        </p:spPr>
      </p:pic>
    </p:spTree>
    <p:extLst>
      <p:ext uri="{BB962C8B-B14F-4D97-AF65-F5344CB8AC3E}">
        <p14:creationId xmlns:p14="http://schemas.microsoft.com/office/powerpoint/2010/main" val="3157640572"/>
      </p:ext>
    </p:extLst>
  </p:cSld>
  <p:clrMapOvr>
    <a:masterClrMapping/>
  </p:clrMapOvr>
  <mc:AlternateContent xmlns:mc="http://schemas.openxmlformats.org/markup-compatibility/2006">
    <mc:Choice xmlns:p14="http://schemas.microsoft.com/office/powerpoint/2010/main" Requires="p14">
      <p:transition spd="slow" p14:dur="2000">
        <p14:reveal dir="r"/>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8393D-A75B-E547-0269-25D7BBA06B9E}"/>
              </a:ext>
            </a:extLst>
          </p:cNvPr>
          <p:cNvSpPr>
            <a:spLocks noGrp="1"/>
          </p:cNvSpPr>
          <p:nvPr>
            <p:ph type="title"/>
          </p:nvPr>
        </p:nvSpPr>
        <p:spPr>
          <a:xfrm>
            <a:off x="1130269" y="1503829"/>
            <a:ext cx="9603275" cy="1049235"/>
          </a:xfrm>
        </p:spPr>
        <p:txBody>
          <a:bodyPr>
            <a:normAutofit/>
          </a:bodyPr>
          <a:lstStyle/>
          <a:p>
            <a:r>
              <a:rPr lang="en-US" sz="4400" dirty="0"/>
              <a:t>Achieved Project Necessities</a:t>
            </a:r>
            <a:endParaRPr lang="en-IN" sz="4400" dirty="0"/>
          </a:p>
        </p:txBody>
      </p:sp>
      <p:sp>
        <p:nvSpPr>
          <p:cNvPr id="3" name="Content Placeholder 2">
            <a:extLst>
              <a:ext uri="{FF2B5EF4-FFF2-40B4-BE49-F238E27FC236}">
                <a16:creationId xmlns:a16="http://schemas.microsoft.com/office/drawing/2014/main" id="{DCB518BF-D056-D840-196A-D2CFFAAD49A0}"/>
              </a:ext>
            </a:extLst>
          </p:cNvPr>
          <p:cNvSpPr>
            <a:spLocks noGrp="1"/>
          </p:cNvSpPr>
          <p:nvPr>
            <p:ph idx="1"/>
          </p:nvPr>
        </p:nvSpPr>
        <p:spPr>
          <a:xfrm>
            <a:off x="979714" y="2642955"/>
            <a:ext cx="10082017" cy="3263323"/>
          </a:xfrm>
        </p:spPr>
        <p:txBody>
          <a:bodyPr>
            <a:normAutofit/>
          </a:bodyPr>
          <a:lstStyle/>
          <a:p>
            <a:r>
              <a:rPr lang="en-US" dirty="0"/>
              <a:t>Created the game board with 24 points and lines connecting them.</a:t>
            </a:r>
          </a:p>
          <a:p>
            <a:r>
              <a:rPr lang="en-US" dirty="0"/>
              <a:t>Implemented interactive 'on-click' functionality for cells on the board.</a:t>
            </a:r>
          </a:p>
          <a:p>
            <a:r>
              <a:rPr lang="en-US" dirty="0"/>
              <a:t>Developed a timer feature for each player that counts down in accordance with the predefined(set by player) betting time. Additionally, integrated the functionality to pause and resume the timer based on the players' turns</a:t>
            </a:r>
          </a:p>
          <a:p>
            <a:r>
              <a:rPr lang="en-US" dirty="0"/>
              <a:t>Displayed the number of pieces out and number of pieces available for each player.</a:t>
            </a:r>
          </a:p>
        </p:txBody>
      </p:sp>
    </p:spTree>
    <p:extLst>
      <p:ext uri="{BB962C8B-B14F-4D97-AF65-F5344CB8AC3E}">
        <p14:creationId xmlns:p14="http://schemas.microsoft.com/office/powerpoint/2010/main" val="3398375915"/>
      </p:ext>
    </p:extLst>
  </p:cSld>
  <p:clrMapOvr>
    <a:masterClrMapping/>
  </p:clrMapOvr>
  <mc:AlternateContent xmlns:mc="http://schemas.openxmlformats.org/markup-compatibility/2006">
    <mc:Choice xmlns:p14="http://schemas.microsoft.com/office/powerpoint/2010/main" Requires="p14">
      <p:transition spd="slow" p14:dur="2000">
        <p14:reveal dir="r"/>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33538-A34C-FD04-F18B-074C2B52B214}"/>
              </a:ext>
            </a:extLst>
          </p:cNvPr>
          <p:cNvSpPr>
            <a:spLocks noGrp="1"/>
          </p:cNvSpPr>
          <p:nvPr>
            <p:ph type="title"/>
          </p:nvPr>
        </p:nvSpPr>
        <p:spPr>
          <a:xfrm>
            <a:off x="1130269" y="1306287"/>
            <a:ext cx="9805209" cy="1129003"/>
          </a:xfrm>
        </p:spPr>
        <p:txBody>
          <a:bodyPr>
            <a:normAutofit/>
          </a:bodyPr>
          <a:lstStyle/>
          <a:p>
            <a:r>
              <a:rPr lang="en-US" sz="4400" dirty="0"/>
              <a:t>Pending Project Necessities</a:t>
            </a:r>
            <a:endParaRPr lang="en-IN" sz="4400" dirty="0"/>
          </a:p>
        </p:txBody>
      </p:sp>
      <p:sp>
        <p:nvSpPr>
          <p:cNvPr id="3" name="Content Placeholder 2">
            <a:extLst>
              <a:ext uri="{FF2B5EF4-FFF2-40B4-BE49-F238E27FC236}">
                <a16:creationId xmlns:a16="http://schemas.microsoft.com/office/drawing/2014/main" id="{31F32D99-9410-0D50-829E-BF1E2EA6AB65}"/>
              </a:ext>
            </a:extLst>
          </p:cNvPr>
          <p:cNvSpPr>
            <a:spLocks noGrp="1"/>
          </p:cNvSpPr>
          <p:nvPr>
            <p:ph idx="1"/>
          </p:nvPr>
        </p:nvSpPr>
        <p:spPr>
          <a:xfrm>
            <a:off x="1130269" y="2435290"/>
            <a:ext cx="9603275" cy="3294576"/>
          </a:xfrm>
        </p:spPr>
        <p:txBody>
          <a:bodyPr/>
          <a:lstStyle/>
          <a:p>
            <a:r>
              <a:rPr lang="en-US" dirty="0"/>
              <a:t>Validate and provide visual feedback for piece placement.</a:t>
            </a:r>
          </a:p>
          <a:p>
            <a:r>
              <a:rPr lang="en-US" dirty="0"/>
              <a:t>Enforce core game rules including mill formation and piece removal.</a:t>
            </a:r>
          </a:p>
          <a:p>
            <a:r>
              <a:rPr lang="en-US" dirty="0"/>
              <a:t>Validate player moves to prevent rule violations.</a:t>
            </a:r>
          </a:p>
          <a:p>
            <a:r>
              <a:rPr lang="en-US" dirty="0"/>
              <a:t>Develop an AI with multiple difficulty levels. Utilize minimax algorithm with alpha-beta pruning for decision-making. (optional)</a:t>
            </a:r>
          </a:p>
          <a:p>
            <a:endParaRPr lang="en-US" dirty="0"/>
          </a:p>
          <a:p>
            <a:endParaRPr lang="en-IN" dirty="0"/>
          </a:p>
        </p:txBody>
      </p:sp>
    </p:spTree>
    <p:extLst>
      <p:ext uri="{BB962C8B-B14F-4D97-AF65-F5344CB8AC3E}">
        <p14:creationId xmlns:p14="http://schemas.microsoft.com/office/powerpoint/2010/main" val="629890508"/>
      </p:ext>
    </p:extLst>
  </p:cSld>
  <p:clrMapOvr>
    <a:masterClrMapping/>
  </p:clrMapOvr>
  <mc:AlternateContent xmlns:mc="http://schemas.openxmlformats.org/markup-compatibility/2006">
    <mc:Choice xmlns:p14="http://schemas.microsoft.com/office/powerpoint/2010/main" Requires="p14">
      <p:transition spd="slow" p14:dur="2000">
        <p14:reveal dir="r"/>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15B922-1C8D-0563-87BC-A0B688F0254E}"/>
              </a:ext>
            </a:extLst>
          </p:cNvPr>
          <p:cNvSpPr>
            <a:spLocks noGrp="1"/>
          </p:cNvSpPr>
          <p:nvPr>
            <p:ph type="title"/>
          </p:nvPr>
        </p:nvSpPr>
        <p:spPr/>
        <p:txBody>
          <a:bodyPr>
            <a:normAutofit/>
          </a:bodyPr>
          <a:lstStyle/>
          <a:p>
            <a:r>
              <a:rPr lang="en-US" sz="4400" dirty="0"/>
              <a:t>Game Components</a:t>
            </a:r>
            <a:endParaRPr lang="en-IN" sz="4400" dirty="0"/>
          </a:p>
        </p:txBody>
      </p:sp>
      <p:sp>
        <p:nvSpPr>
          <p:cNvPr id="3" name="Text Placeholder 2">
            <a:extLst>
              <a:ext uri="{FF2B5EF4-FFF2-40B4-BE49-F238E27FC236}">
                <a16:creationId xmlns:a16="http://schemas.microsoft.com/office/drawing/2014/main" id="{937CF46F-0CDC-8EAF-AB8D-85D56185A394}"/>
              </a:ext>
            </a:extLst>
          </p:cNvPr>
          <p:cNvSpPr>
            <a:spLocks noGrp="1"/>
          </p:cNvSpPr>
          <p:nvPr>
            <p:ph type="body" idx="1"/>
          </p:nvPr>
        </p:nvSpPr>
        <p:spPr/>
        <p:txBody>
          <a:bodyPr/>
          <a:lstStyle/>
          <a:p>
            <a:r>
              <a:rPr lang="en-US" dirty="0"/>
              <a:t>  Player Header &amp; Timer</a:t>
            </a:r>
            <a:endParaRPr lang="en-IN" dirty="0"/>
          </a:p>
        </p:txBody>
      </p:sp>
      <p:pic>
        <p:nvPicPr>
          <p:cNvPr id="8" name="Content Placeholder 7">
            <a:extLst>
              <a:ext uri="{FF2B5EF4-FFF2-40B4-BE49-F238E27FC236}">
                <a16:creationId xmlns:a16="http://schemas.microsoft.com/office/drawing/2014/main" id="{6D1BA2CB-CDF1-A628-84DC-9EE691E89E22}"/>
              </a:ext>
            </a:extLst>
          </p:cNvPr>
          <p:cNvPicPr>
            <a:picLocks noGrp="1" noChangeAspect="1"/>
          </p:cNvPicPr>
          <p:nvPr>
            <p:ph sz="half" idx="2"/>
          </p:nvPr>
        </p:nvPicPr>
        <p:blipFill rotWithShape="1">
          <a:blip r:embed="rId2"/>
          <a:srcRect t="18892" r="64841" b="66104"/>
          <a:stretch/>
        </p:blipFill>
        <p:spPr>
          <a:xfrm>
            <a:off x="946705" y="4362375"/>
            <a:ext cx="5256821" cy="1234650"/>
          </a:xfrm>
        </p:spPr>
      </p:pic>
      <p:sp>
        <p:nvSpPr>
          <p:cNvPr id="5" name="Text Placeholder 4">
            <a:extLst>
              <a:ext uri="{FF2B5EF4-FFF2-40B4-BE49-F238E27FC236}">
                <a16:creationId xmlns:a16="http://schemas.microsoft.com/office/drawing/2014/main" id="{7F167A7C-D5CA-E703-EA3B-8FFB335F9B63}"/>
              </a:ext>
            </a:extLst>
          </p:cNvPr>
          <p:cNvSpPr>
            <a:spLocks noGrp="1"/>
          </p:cNvSpPr>
          <p:nvPr>
            <p:ph type="body" sz="quarter" idx="3"/>
          </p:nvPr>
        </p:nvSpPr>
        <p:spPr/>
        <p:txBody>
          <a:bodyPr/>
          <a:lstStyle/>
          <a:p>
            <a:r>
              <a:rPr lang="en-US" dirty="0"/>
              <a:t>          Game Board</a:t>
            </a:r>
            <a:endParaRPr lang="en-IN" dirty="0"/>
          </a:p>
        </p:txBody>
      </p:sp>
      <p:pic>
        <p:nvPicPr>
          <p:cNvPr id="10" name="Content Placeholder 9">
            <a:extLst>
              <a:ext uri="{FF2B5EF4-FFF2-40B4-BE49-F238E27FC236}">
                <a16:creationId xmlns:a16="http://schemas.microsoft.com/office/drawing/2014/main" id="{E0857849-9662-3256-FB30-7653EA0E1DC6}"/>
              </a:ext>
            </a:extLst>
          </p:cNvPr>
          <p:cNvPicPr>
            <a:picLocks noGrp="1" noChangeAspect="1"/>
          </p:cNvPicPr>
          <p:nvPr>
            <p:ph sz="quarter" idx="4"/>
          </p:nvPr>
        </p:nvPicPr>
        <p:blipFill rotWithShape="1">
          <a:blip r:embed="rId2"/>
          <a:srcRect l="32107" t="34021" r="34146"/>
          <a:stretch/>
        </p:blipFill>
        <p:spPr>
          <a:xfrm>
            <a:off x="7158027" y="3113584"/>
            <a:ext cx="3181740" cy="2791080"/>
          </a:xfrm>
        </p:spPr>
      </p:pic>
      <p:pic>
        <p:nvPicPr>
          <p:cNvPr id="12" name="Picture 11">
            <a:extLst>
              <a:ext uri="{FF2B5EF4-FFF2-40B4-BE49-F238E27FC236}">
                <a16:creationId xmlns:a16="http://schemas.microsoft.com/office/drawing/2014/main" id="{97C00E09-C298-A007-6B41-8A3CD4E80CC8}"/>
              </a:ext>
            </a:extLst>
          </p:cNvPr>
          <p:cNvPicPr>
            <a:picLocks noChangeAspect="1"/>
          </p:cNvPicPr>
          <p:nvPr/>
        </p:nvPicPr>
        <p:blipFill rotWithShape="1">
          <a:blip r:embed="rId2"/>
          <a:srcRect r="876" b="80584"/>
          <a:stretch/>
        </p:blipFill>
        <p:spPr>
          <a:xfrm>
            <a:off x="559364" y="3218045"/>
            <a:ext cx="6213965" cy="894207"/>
          </a:xfrm>
          <a:prstGeom prst="rect">
            <a:avLst/>
          </a:prstGeom>
        </p:spPr>
      </p:pic>
    </p:spTree>
    <p:extLst>
      <p:ext uri="{BB962C8B-B14F-4D97-AF65-F5344CB8AC3E}">
        <p14:creationId xmlns:p14="http://schemas.microsoft.com/office/powerpoint/2010/main" val="3403158663"/>
      </p:ext>
    </p:extLst>
  </p:cSld>
  <p:clrMapOvr>
    <a:masterClrMapping/>
  </p:clrMapOvr>
  <mc:AlternateContent xmlns:mc="http://schemas.openxmlformats.org/markup-compatibility/2006">
    <mc:Choice xmlns:p14="http://schemas.microsoft.com/office/powerpoint/2010/main" Requires="p14">
      <p:transition spd="slow" p14:dur="2000">
        <p14:reveal dir="r"/>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19B97-C631-AC22-3867-DF1F1D904703}"/>
              </a:ext>
            </a:extLst>
          </p:cNvPr>
          <p:cNvSpPr>
            <a:spLocks noGrp="1"/>
          </p:cNvSpPr>
          <p:nvPr>
            <p:ph type="title"/>
          </p:nvPr>
        </p:nvSpPr>
        <p:spPr/>
        <p:txBody>
          <a:bodyPr>
            <a:normAutofit/>
          </a:bodyPr>
          <a:lstStyle/>
          <a:p>
            <a:r>
              <a:rPr lang="en-IN" sz="4400" dirty="0"/>
              <a:t>Fully Integrated Game Interface.</a:t>
            </a:r>
          </a:p>
        </p:txBody>
      </p:sp>
      <p:pic>
        <p:nvPicPr>
          <p:cNvPr id="6" name="Picture 5">
            <a:extLst>
              <a:ext uri="{FF2B5EF4-FFF2-40B4-BE49-F238E27FC236}">
                <a16:creationId xmlns:a16="http://schemas.microsoft.com/office/drawing/2014/main" id="{E68378CD-5910-5C05-1DAC-10ACC1EEEFBF}"/>
              </a:ext>
            </a:extLst>
          </p:cNvPr>
          <p:cNvPicPr>
            <a:picLocks noChangeAspect="1"/>
          </p:cNvPicPr>
          <p:nvPr/>
        </p:nvPicPr>
        <p:blipFill rotWithShape="1">
          <a:blip r:embed="rId2"/>
          <a:srcRect l="10077" t="25336" r="11661"/>
          <a:stretch/>
        </p:blipFill>
        <p:spPr>
          <a:xfrm>
            <a:off x="2526722" y="3187734"/>
            <a:ext cx="5873448" cy="2887886"/>
          </a:xfrm>
          <a:prstGeom prst="rect">
            <a:avLst/>
          </a:prstGeom>
        </p:spPr>
      </p:pic>
      <p:pic>
        <p:nvPicPr>
          <p:cNvPr id="8" name="Picture 7">
            <a:extLst>
              <a:ext uri="{FF2B5EF4-FFF2-40B4-BE49-F238E27FC236}">
                <a16:creationId xmlns:a16="http://schemas.microsoft.com/office/drawing/2014/main" id="{8A1DBEF3-A331-CE83-CE8A-097E9377EE58}"/>
              </a:ext>
            </a:extLst>
          </p:cNvPr>
          <p:cNvPicPr>
            <a:picLocks noChangeAspect="1"/>
          </p:cNvPicPr>
          <p:nvPr/>
        </p:nvPicPr>
        <p:blipFill rotWithShape="1">
          <a:blip r:embed="rId3"/>
          <a:srcRect t="12669" r="11072" b="46259"/>
          <a:stretch/>
        </p:blipFill>
        <p:spPr>
          <a:xfrm>
            <a:off x="2520012" y="1658350"/>
            <a:ext cx="5886867" cy="1529384"/>
          </a:xfrm>
          <a:prstGeom prst="rect">
            <a:avLst/>
          </a:prstGeom>
        </p:spPr>
      </p:pic>
    </p:spTree>
    <p:extLst>
      <p:ext uri="{BB962C8B-B14F-4D97-AF65-F5344CB8AC3E}">
        <p14:creationId xmlns:p14="http://schemas.microsoft.com/office/powerpoint/2010/main" val="4051680304"/>
      </p:ext>
    </p:extLst>
  </p:cSld>
  <p:clrMapOvr>
    <a:masterClrMapping/>
  </p:clrMapOvr>
  <mc:AlternateContent xmlns:mc="http://schemas.openxmlformats.org/markup-compatibility/2006">
    <mc:Choice xmlns:p14="http://schemas.microsoft.com/office/powerpoint/2010/main" Requires="p14">
      <p:transition spd="slow" p14:dur="2000">
        <p14:reveal dir="r"/>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75421-3A87-B8B7-8CD9-3866503B7F53}"/>
              </a:ext>
            </a:extLst>
          </p:cNvPr>
          <p:cNvSpPr>
            <a:spLocks noGrp="1"/>
          </p:cNvSpPr>
          <p:nvPr>
            <p:ph type="title"/>
          </p:nvPr>
        </p:nvSpPr>
        <p:spPr>
          <a:xfrm>
            <a:off x="1130270" y="1298557"/>
            <a:ext cx="9603275" cy="800831"/>
          </a:xfrm>
        </p:spPr>
        <p:txBody>
          <a:bodyPr>
            <a:normAutofit/>
          </a:bodyPr>
          <a:lstStyle/>
          <a:p>
            <a:r>
              <a:rPr lang="en-US" sz="4400" dirty="0"/>
              <a:t>Technologies used</a:t>
            </a:r>
            <a:endParaRPr lang="en-IN" sz="4400" dirty="0"/>
          </a:p>
        </p:txBody>
      </p:sp>
      <p:sp>
        <p:nvSpPr>
          <p:cNvPr id="3" name="Content Placeholder 2">
            <a:extLst>
              <a:ext uri="{FF2B5EF4-FFF2-40B4-BE49-F238E27FC236}">
                <a16:creationId xmlns:a16="http://schemas.microsoft.com/office/drawing/2014/main" id="{8836091F-718B-FFA6-D21C-23FADAB8D8E6}"/>
              </a:ext>
            </a:extLst>
          </p:cNvPr>
          <p:cNvSpPr>
            <a:spLocks noGrp="1"/>
          </p:cNvSpPr>
          <p:nvPr>
            <p:ph idx="1"/>
          </p:nvPr>
        </p:nvSpPr>
        <p:spPr/>
        <p:txBody>
          <a:bodyPr/>
          <a:lstStyle/>
          <a:p>
            <a:r>
              <a:rPr lang="en-US" dirty="0"/>
              <a:t>HTML</a:t>
            </a:r>
          </a:p>
          <a:p>
            <a:r>
              <a:rPr lang="en-US" dirty="0"/>
              <a:t>CSS</a:t>
            </a:r>
          </a:p>
          <a:p>
            <a:r>
              <a:rPr lang="en-US" dirty="0"/>
              <a:t>JavaScript</a:t>
            </a:r>
          </a:p>
          <a:p>
            <a:r>
              <a:rPr lang="en-US" dirty="0"/>
              <a:t>Canvas</a:t>
            </a:r>
            <a:endParaRPr lang="en-IN" dirty="0"/>
          </a:p>
        </p:txBody>
      </p:sp>
    </p:spTree>
    <p:extLst>
      <p:ext uri="{BB962C8B-B14F-4D97-AF65-F5344CB8AC3E}">
        <p14:creationId xmlns:p14="http://schemas.microsoft.com/office/powerpoint/2010/main" val="2760712950"/>
      </p:ext>
    </p:extLst>
  </p:cSld>
  <p:clrMapOvr>
    <a:masterClrMapping/>
  </p:clrMapOvr>
  <mc:AlternateContent xmlns:mc="http://schemas.openxmlformats.org/markup-compatibility/2006">
    <mc:Choice xmlns:p14="http://schemas.microsoft.com/office/powerpoint/2010/main" Requires="p14">
      <p:transition spd="slow" p14:dur="2000">
        <p14:reveal dir="r"/>
      </p:transition>
    </mc:Choice>
    <mc:Fallback>
      <p:transition spd="slow">
        <p:fade/>
      </p:transition>
    </mc:Fallback>
  </mc:AlternateContent>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CDCE0"/>
      </a:lt2>
      <a:accent1>
        <a:srgbClr val="415588"/>
      </a:accent1>
      <a:accent2>
        <a:srgbClr val="4294B6"/>
      </a:accent2>
      <a:accent3>
        <a:srgbClr val="087D7C"/>
      </a:accent3>
      <a:accent4>
        <a:srgbClr val="2CB663"/>
      </a:accent4>
      <a:accent5>
        <a:srgbClr val="DF8822"/>
      </a:accent5>
      <a:accent6>
        <a:srgbClr val="BC410A"/>
      </a:accent6>
      <a:hlink>
        <a:srgbClr val="5977C4"/>
      </a:hlink>
      <a:folHlink>
        <a:srgbClr val="A1A9BF"/>
      </a:folHlink>
    </a:clrScheme>
    <a:fontScheme name="Gallery">
      <a:majorFont>
        <a:latin typeface="Century Gothic" panose="020B0502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lumMod val="108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E050AC27-895F-4B90-991D-A6818FC89AB6}"/>
    </a:ext>
  </a:extLst>
</a:theme>
</file>

<file path=docProps/app.xml><?xml version="1.0" encoding="utf-8"?>
<Properties xmlns="http://schemas.openxmlformats.org/officeDocument/2006/extended-properties" xmlns:vt="http://schemas.openxmlformats.org/officeDocument/2006/docPropsVTypes">
  <Template>TM10001114[[fn=Gallery]]</Template>
  <TotalTime>160</TotalTime>
  <Words>212</Words>
  <Application>Microsoft Office PowerPoint</Application>
  <PresentationFormat>Widescreen</PresentationFormat>
  <Paragraphs>28</Paragraphs>
  <Slides>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Century Gothic</vt:lpstr>
      <vt:lpstr>Gallery</vt:lpstr>
      <vt:lpstr>Nine men morris game</vt:lpstr>
      <vt:lpstr>Project workflow</vt:lpstr>
      <vt:lpstr>Achieved Project Necessities</vt:lpstr>
      <vt:lpstr>Pending Project Necessities</vt:lpstr>
      <vt:lpstr>Game Components</vt:lpstr>
      <vt:lpstr>Fully Integrated Game Interface.</vt:lpstr>
      <vt:lpstr>Technologies used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Nine men morris game</dc:title>
  <dc:creator>Soham Ghosh</dc:creator>
  <cp:lastModifiedBy>Soham Ghosh</cp:lastModifiedBy>
  <cp:revision>5</cp:revision>
  <dcterms:created xsi:type="dcterms:W3CDTF">2023-10-29T07:07:21Z</dcterms:created>
  <dcterms:modified xsi:type="dcterms:W3CDTF">2023-10-29T18:08:32Z</dcterms:modified>
</cp:coreProperties>
</file>